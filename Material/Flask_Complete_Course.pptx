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162740"/>
          </a:solidFill>
          <a:ln w="12700">
            <a:solidFill>
              <a:srgbClr val="1627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2011680" cy="2011680"/>
          </a:xfrm>
          <a:prstGeom prst="ellipse">
            <a:avLst/>
          </a:prstGeom>
          <a:solidFill>
            <a:srgbClr val="1B3050"/>
          </a:solidFill>
          <a:ln w="12700">
            <a:solidFill>
              <a:srgbClr val="1B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Flask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Course — From Zero to First App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943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 ·  Routing  ·  Templates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 ·  Databases  ·  Blueprints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Real Flask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8686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Flask?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105156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Microframework overview, when to use Flask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411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73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6733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First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185623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Flask, run a dev server, Hello World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478024"/>
            <a:ext cx="411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780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24780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Views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266090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routing, dynamic params, HTTP methods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282696"/>
            <a:ext cx="411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826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328269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3465576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syntax, inheritance, filters, macros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087368"/>
            <a:ext cx="411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873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40873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&amp; Forms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427024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CSS/JS, WTForms, form handling &amp; validation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868680"/>
            <a:ext cx="41148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8686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93792" y="868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Response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93792" y="105156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object, redirect, abort, cookies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673352"/>
            <a:ext cx="41148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673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93792" y="1673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93792" y="185623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models, CRUD operations, relationships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478024"/>
            <a:ext cx="41148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4780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93792" y="247802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93792" y="26609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structure, modular apps, factory pattern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282696"/>
            <a:ext cx="41148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2826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93792" y="32826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93792" y="346557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blog app – models, views, templates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Flask?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886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is a lightweight Python web framework. It gives you the essentials — routing, templates, and a dev server — without forcing a specific structure or ORM.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280160"/>
            <a:ext cx="3886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280160"/>
            <a:ext cx="54864" cy="1234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WSGI-based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166420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Werkzeug (WSGI toolkit) and Jinja2 (template engine). Both are battle-tested libraries that power Flask's core functionality.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886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70048"/>
            <a:ext cx="54864" cy="12344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"Batteries not included" by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054096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includes ORM, auth, admin out-of-the-box. Flask lets you pick the tools you need. Perfect for APIs, small apps, or when you want full control.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2670048"/>
            <a:ext cx="3886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2670048"/>
            <a:ext cx="54864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via Extensions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99432" y="3054096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Flask-SQLAlchemy, Flask-Login, Flask-WTF, Flask-Migrate — hundreds of extensions give you power without bloat.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8412480" cy="777240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690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Insight: Flask follows the "Don't repeat yourself" (DRY) and "Explicit is better than implicit" Python philosophy.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vs Django — At a Glance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56032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1234440"/>
            <a:ext cx="278892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2344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Flask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1234440"/>
            <a:ext cx="2788920" cy="402336"/>
          </a:xfrm>
          <a:prstGeom prst="rect">
            <a:avLst/>
          </a:prstGeom>
          <a:solidFill>
            <a:srgbClr val="006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2344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Django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36776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3677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1636776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63677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Microframework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1636776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63677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framework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039112"/>
            <a:ext cx="25603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3911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63240" y="2039112"/>
            <a:ext cx="2788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03911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(SQLAlchemy)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2039112"/>
            <a:ext cx="2788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203911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441448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44144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2441448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44144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needed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97880" y="2441448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244144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auto-admin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843784"/>
            <a:ext cx="25603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84378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Engine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63240" y="2843784"/>
            <a:ext cx="2788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284378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97880" y="2843784"/>
            <a:ext cx="2788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84378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246120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2461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063240" y="3246120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324612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— start fast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97880" y="3246120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324612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— more config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648456"/>
            <a:ext cx="25603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64845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063240" y="3648456"/>
            <a:ext cx="2788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54680" y="364845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small/medium apps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897880" y="3648456"/>
            <a:ext cx="2788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364845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complex apps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4050792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0507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063240" y="4050792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54680" y="40507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897880" y="4050792"/>
            <a:ext cx="2788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89320" y="40507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Opinionated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Environment Setup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Step 1 — Create a virtual environment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8229600" cy="12801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554480"/>
            <a:ext cx="79552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Linux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venv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Step 2 — Install Flask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45536"/>
            <a:ext cx="8229600" cy="9144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218688"/>
            <a:ext cx="79552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flask; print(flask.__version__)"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Step 3 — Project structure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61688"/>
            <a:ext cx="4023360" cy="7315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4434840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my_app/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static/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4114800"/>
            <a:ext cx="4023360" cy="1005840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13308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Practice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 virtual environment to isolate project dependencies!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Flask App — Hello World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303520" cy="23774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07592"/>
            <a:ext cx="502920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       # Create app instance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@app.route('/')             # URL decorator — register route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hello():                # View function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'Hello, World!'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'__main__':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app.run(debug=True)     # Start dev server on port 5000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52160" y="1234440"/>
            <a:ext cx="2880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52160" y="1234440"/>
            <a:ext cx="54864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16752" y="1325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Flask(__name__)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16752" y="16184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WSGI application. __name__ helps Flask find resources.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2194560"/>
            <a:ext cx="2880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52160" y="2194560"/>
            <a:ext cx="54864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@app.route('/')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16752" y="2578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 URL rule. Maps '/' → hello() function.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3154680"/>
            <a:ext cx="2880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3154680"/>
            <a:ext cx="54864" cy="8686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3246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'Hello, World!'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16752" y="35387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— Flask wraps this in an HTTP 200 response.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52160" y="4114800"/>
            <a:ext cx="2880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4114800"/>
            <a:ext cx="54864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debug=True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16752" y="4498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Auto-reloads on file change. NEVER use in production!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730752"/>
            <a:ext cx="5303520" cy="320040"/>
          </a:xfrm>
          <a:prstGeom prst="rect">
            <a:avLst/>
          </a:prstGeom>
          <a:solidFill>
            <a:srgbClr val="1E2D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 flask run  OR  python app.py  →  Visit http://127.0.0.1:5000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— Mapping URLs to Functions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120640" cy="3474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484632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@app.route('/about')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about():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'About Page'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Dynamic URL parameters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@app.route('/user/&lt;username&gt;')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profile(username):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f'Profile: {username}'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 converters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@app.route('/post/&lt;int:post_id&gt;')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show_post(post_id):          # post_id is an integer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f'Post #{post_id}'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HTTP methods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@app.route('/login', methods=['GET', 'POST'])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request.method == 'POST':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'Logging in...'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'Show login form'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URL Converters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55448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5544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&lt;string:x&gt;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69480" y="15544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any 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057400"/>
            <a:ext cx="320040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0574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&lt;int:x&gt;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69480" y="205740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integers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56032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5603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&lt;float:x&gt;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69480" y="256032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063240"/>
            <a:ext cx="320040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0632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&lt;path:x&gt;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69480" y="306324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string + slashes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356616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35661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&lt;uuid:x&gt;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69480" y="356616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strings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4160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url_for() — Reverse routing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4407408"/>
            <a:ext cx="3200400" cy="6400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06440" y="448056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url_for('profile', username='alice')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'/user/alice'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 — Dynamic HTML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templates/index.html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120640" cy="35661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36192"/>
            <a:ext cx="484632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&lt;head&gt;&lt;title&gt;{{ title }}&lt;/title&gt;&lt;/head&gt;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&lt;h1&gt;Hello, {{ user.name }}!&lt;/h1&gt;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if user.admin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&lt;p&gt;Welcome, Admin!&lt;/p&gt;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else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&lt;p&gt;Welcome, Guest!&lt;/p&gt;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endif %}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for item in items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&lt;li&gt;{{ item }}&lt;/li&gt;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endfor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Jinja2 Syntax Summary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536192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536192"/>
            <a:ext cx="4572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9008" y="157276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expr }}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79008" y="181051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print variable or expression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2157984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157984"/>
            <a:ext cx="4572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21945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stmt %}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79008" y="243230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— if, for, block, extends…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2779776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2779776"/>
            <a:ext cx="4572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2816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… #}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79008" y="305409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— not rendered in output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3401568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3401568"/>
            <a:ext cx="4572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343814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x|filter }}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79008" y="36758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— transform output values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4069080"/>
            <a:ext cx="3200400" cy="10058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06440" y="4142232"/>
            <a:ext cx="29260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 data to template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render_template('index.html',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title='Home', user=user, items=lst)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Inheritance — DRY Layouts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base.html — Parent Template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4206240" cy="31089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99616"/>
            <a:ext cx="393192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&lt;title&gt;{% block title %}App{% endblock %}&lt;/title&gt;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href="{{ url_for('static',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filename='style.css') }}"&gt;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&lt;nav&gt;&lt;!-- shared navbar --&gt;&lt;/nav&gt;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block content %}{% endblock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&lt;/main&gt;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&lt;footer&gt;© My App&lt;/footer&gt;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child.html — Page Template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26464"/>
            <a:ext cx="4114800" cy="19202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499616"/>
            <a:ext cx="384048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"base.html" %}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title %}Home Page{% endblock %}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&lt;h1&gt;Welcome to my site!&lt;/h1&gt;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&lt;p&gt;This content fills the block.&lt;/p&gt;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5478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How it works: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37856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Child calls {% extends 'base.html' %}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4059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Flask merges child blocks into parent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43342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{% block %} tags define override 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4608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Shared layout written once — reused everywhere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Filters &amp; Macros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Built-in Filters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074920" cy="24231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81912"/>
            <a:ext cx="480060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name | upper }}          {# → 'ALICE'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name | lower }}          {# → 'alice'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name | title }}          {# → 'Alice'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bio  | truncate(50) }}   {# trim to 50 chars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price| round(2) }}       {# → 3.14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items| length }}         {# → 5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items| join(', ') }}     {# → 'a, b, c'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html | safe }}           {# mark as safe HTML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name | default('Guest')}}{# fallback value #}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3977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Macros — Reusable Template Components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4279392"/>
            <a:ext cx="5074920" cy="8229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4352544"/>
            <a:ext cx="4800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Define a macro (like a function)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macro render_field(field)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class="form-group"&gt;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field.label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field()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for error in field.errors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&lt;span class="error"&gt;{{ error }}&lt;/span&gt;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endfor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endmacro %}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Use the macro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render_field(form.username) }}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2356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Custom Filter in Python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1508760"/>
            <a:ext cx="3200400" cy="14173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1581912"/>
            <a:ext cx="292608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@app.template_filter('currency')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currency_filter(value):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f'$' + '{value:,.2f}'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template: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{{ price | currency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'$1,234.56'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23560" y="3017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Jinja2 Variables &amp; Math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3560" y="3291840"/>
            <a:ext cx="3200400" cy="9144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3364992"/>
            <a:ext cx="29260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set total = price * qty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total }}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Ternary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'Even' if x%2==0 else 'Odd' }}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— CSS, JavaScript &amp; Images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Folder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22860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36192"/>
            <a:ext cx="384048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my_app/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static/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css/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style.css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main.js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images/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logo.png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templates/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index.html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Linking Static Files in Templates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114800" cy="22860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536192"/>
            <a:ext cx="384048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CSS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href="{{ url_for('static',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filename='css/style.css') }}"&gt;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JavaScript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src="{{ url_for('static',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filename='js/main.js') }}"&gt;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Image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src="{{ url_for('static',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filename='images/logo.png') }}"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alt="Logo"&gt;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858768"/>
            <a:ext cx="8412480" cy="11887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13632"/>
            <a:ext cx="80467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3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Always use url_for('static', filename='...') instead of hard-coded paths.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3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Flask resolves the correct path regardless of where your app is mounted.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User Input — Flask-WTF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Install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572000" cy="38404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6304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flask-wtf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Define a Form Class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4572000" cy="20116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12848"/>
            <a:ext cx="429768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flask_wtf import FlaskForm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wtforms import StringField, PasswordField, SubmitField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wtforms.validators import DataRequired, Email, Length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LoginForm(FlaskForm):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   = StringField('Email',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validators=[DataRequired(), Email()])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 = PasswordField('Password',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validators=[DataRequired(), Length(min=6)])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submit   = SubmitField('Login')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0" y="1143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View Function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389888"/>
            <a:ext cx="3657600" cy="18288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57800" y="1463040"/>
            <a:ext cx="338328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@app.route('/login', methods=['GET','POST'])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 = LoginForm()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form.validate_on_submit():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form data is clean &amp; valid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email = form.email.data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redirect(url_for('dashboard'))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render_template('login.html',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form=form)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Template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3593592"/>
            <a:ext cx="3657600" cy="14630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3666744"/>
            <a:ext cx="338328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 form.hidden_tag() }}   {# CSRF token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 form.email.label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 form.email()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 form.submit()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forget: app.config['SECRET_KEY'] = 'your-secret' for CSRF!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Response Objects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33375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8138160" cy="3191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Flask, request, redirect, url_for, abort, make_response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@app.route('/submit', methods=['POST'])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submit():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GET data from request 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= request.form.get('name')       # form POST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  = request.args.get('page', 1)    # query string ?page=1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 = request.headers.get('Authorization')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 = request.get_json()             # JSON body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name: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abort(400)                         # 400 Bad Request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Build custom response 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make_response(redirect(url_for('home')))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resp.set_cookie('username', name,      # set a cookie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max_age=60*60*24)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@app.route('/profile')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profile():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 = request.cookies.get('username', 'Guest')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f'Hello, {username}!'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61772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617720"/>
            <a:ext cx="4572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46177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request.form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83080" y="46177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form fields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461772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4617720"/>
            <a:ext cx="4572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46177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request.args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7720" y="46177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query params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461772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4617720"/>
            <a:ext cx="4572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46177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request.json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52360" y="461772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body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51206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5120640"/>
            <a:ext cx="45720" cy="43891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51206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abort(code)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83080" y="512064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HTTP error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51206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5120640"/>
            <a:ext cx="4572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51206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make_response()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512064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response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51206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5120640"/>
            <a:ext cx="4572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51206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set_cookie()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52360" y="512064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cookies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 — Database 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6128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Setup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029200" cy="36118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90472"/>
            <a:ext cx="475488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flask_sqlalchemy import SQLAlchemy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app.config['SQLALCHEMY_DATABASE_URI'] = 'sqlite:///app.db'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SQLAlchemy(app)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Define a Model 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User(db.Model):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= db.Column(db.Integer, primary_key=True)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 = db.Column(db.String(80), unique=True)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   = db.Column(db.String(120), unique=True)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posts    = db.relationship('Post', backref='author')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Post(db.Model):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= db.Column(db.Integer, primary_key=True)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  = db.Column(db.String(200), nullable=False)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user_id = db.Column(db.Integer, db.ForeignKey('user.id'))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all tables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app.app_context():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db.create_all()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0" y="11612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CRUD Operations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3291840" cy="36118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1490472"/>
            <a:ext cx="301752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User(username='alice',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email='a@example.com')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db.session.add(user)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db.session.commit()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all_users = User.query.all()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= User.query.filter_by(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username='alice').first()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alice.email = 'new@example.com'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db.session.commit()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db.session.delete(alice)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db.session.commit()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— Modular Application Structure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Project Layout with Blueprints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24688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36192"/>
            <a:ext cx="384048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my_app/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run.py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app/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__init__.py      # create_app factory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auth/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__init__.py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routes.py    # Blueprint routes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forms.py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blog/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__init__.py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routes.py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forms.py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40416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Define a Blueprint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4114800" cy="1188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4370832"/>
            <a:ext cx="3840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app/auth/routes.py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Blueprint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= Blueprint('auth', __name__)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@auth.route('/login')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'Login Page'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Application Factory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411480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536192"/>
            <a:ext cx="384048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app/__init__.py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flask_sqlalchemy import SQLAlchemy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SQLAlchemy()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create_app():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 = Flask(__name__)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app.config['SECRET_KEY'] = 'secret'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app.config['SQLALCHEMY_DATABASE_URI']         = 'sqlite:///app.db'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db.init_app(app)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Register Blueprints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.auth.routes import auth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.blog.routes import blog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app.register_blueprint(auth, url_prefix='/auth')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app.register_blueprint(blog, url_prefix='/blog')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4864608"/>
            <a:ext cx="4114800" cy="25603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4937760"/>
            <a:ext cx="38404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 import create_app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create_app()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'__main__':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app.run(debug=True)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ADVANCED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Flash Messages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120640" cy="32461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4846320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Flask, render_template, flash, redirect, url_for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Custom Error Pages 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@app.errorhandler(404)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not_found(e):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render_template('404.html'), 404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@app.errorhandler(500)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server_error(e):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render_template('500.html'), 500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@app.errorhandler(403)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forbidden(e):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render_template('403.html'), 403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Flash Messages 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@app.route('/save', methods=['POST'])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save logic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flash('Record saved successfully!', 'success')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flash('Warning: field is empty.', 'warning')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redirect(url_for('home'))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5262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Display Flashes in Template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82312"/>
            <a:ext cx="5120640" cy="3200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4855464"/>
            <a:ext cx="48463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with messages = get_flashed_messages(with_categories=true)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for category, msg in messages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class="alert alert-{{ category }}"&gt;{{ msg }}&lt;/div&gt;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endfor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endwith %}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0" y="1188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Logging Best Practices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1463040"/>
            <a:ext cx="3200400" cy="26060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1536192"/>
            <a:ext cx="2926080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up logging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level=logging.DEBUG,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filename='app.log'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@app.route('/risky')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risky():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dangerous_operation()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app.logger.error(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f'Error in risky: {e}')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'Something went wrong', 500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4187952"/>
            <a:ext cx="3200400" cy="9601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42519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Flash Categories: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450799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450799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47823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danger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478231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162740"/>
          </a:solidFill>
          <a:ln w="12700">
            <a:solidFill>
              <a:srgbClr val="1627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Blog Application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4864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4436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Registration &amp; 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 / Read / Update / Delete Posts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3931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SQLAlchemy Models + Relationships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8678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Template Inheritance + Bootstrap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33425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Blueprints + Application Factory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App — Full Project Structure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3840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8138160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blog_app/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run.py                        # Entry point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                     # Config classes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app/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__init__.py               # Application factory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models.py                 # User, Post, Tag models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auth/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__init__.py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forms.py              # LoginForm, RegisterForm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routes.py             # /login /logout /register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blog/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__init__.py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forms.py              # PostForm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routes.py             # / /post/&lt;id&gt; /new /edit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static/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css/main.css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js/app.js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templates/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base.html             # Shared layout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auth/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├── login.html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└── register.html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blog/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├── index.html        # Post list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├── post.html         # Single post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└── create_post.html  # New/edit form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App — Database Models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3657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8138160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app/models.py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flask_login import UserMixin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 import db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User(UserMixin, db.Model):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   = db.Column(db.Integer, primary_key=True)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     = db.Column(db.String(80), unique=True, nullable=False)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       = db.Column(db.String(120), unique=True, nullable=False)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password_hash= db.Column(db.String(256))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posts        = db.relationship('Post', backref='author', lazy=True)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f'&lt;User {self.username}&gt;'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Post(db.Model):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 = db.Column(db.Integer, primary_key=True)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     = db.Column(db.String(200), nullable=False)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      = db.Column(db.Text, nullable=False)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created_at = db.Column(db.DateTime, default=datetime.utcnow)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user_id    = db.Column(db.Integer, db.ForeignKey('user.id'), nullable=False)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f'&lt;Post {self.title}&gt;'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892040"/>
            <a:ext cx="256032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92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4892040"/>
            <a:ext cx="2560320" cy="228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892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5001768"/>
            <a:ext cx="32918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26080" y="4892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────────── has many ────────── 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App — Auth Routes &amp; Password Hashing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3886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8138160" cy="3739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app/auth/routes.py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Blueprint, render_template, redirect, url_for, flash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werkzeug.security import generate_password_hash, check_password_hash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flask_login import login_user, logout_user, login_required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 import 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app.models import User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.forms import RegisterForm, LoginForm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= Blueprint('auth', __name__)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@auth.route('/register', methods=['GET', 'POST'])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register():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 = RegisterForm()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form.validate_on_submit():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hashed_pw = generate_password_hash(form.password.data)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 = User(username=form.username.data,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email=form.email.data,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password_hash=hashed_pw)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db.session.add(user)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db.session.commit()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flash('Account created! Please log in.', 'success')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redirect(url_for('auth.login'))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render_template('auth/register.html', form=form)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@auth.route('/login', methods=['GET', 'POST'])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 = LoginForm()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form.validate_on_submit():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 = User.query.filter_by(email=form.email.data).first()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user and check_password_hash(user.password_hash, form.password.data):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login_user(user)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redirect(url_for('blog.index'))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flash('Invalid credentials', 'danger')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render_template('auth/login.html', form=form)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@auth.route('/logout')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@login_required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logout():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logout_user()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redirect(url_for('auth.login'))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App — Post CRUD Routes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3886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8138160" cy="3739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app/blog/routes.py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Blueprint, render_template, redirect, url_for, flash, abort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flask_login import login_required, current_user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 import 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app.models import Post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.forms import PostForm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Blueprint('blog', __name__)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@blog.route('/')                          # READ — List all posts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index():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posts = Post.query.order_by(Post.created_at.desc()).all()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render_template('blog/index.html', posts=posts)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@blog.route('/post/&lt;int:id&gt;')             # READ — Single post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post(id):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= Post.query.get_or_404(id)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render_template('blog/post.html', post=post)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@blog.route('/new', methods=['GET','POST'])  # CREATE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@login_required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new_post():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 = PostForm()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form.validate_on_submit():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post = Post(title=form.title.data, body=form.body.data,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author=current_user)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db.session.add(post)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db.session.commit()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flash('Post published!', 'success')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redirect(url_for('blog.index'))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render_template('blog/create_post.html', form=form)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@blog.route('/post/&lt;int:id&gt;/delete', methods=['POST'])  # DELETE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@login_required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delete_post(id):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= Post.query.get_or_404(id)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post.author != current_user: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abort(403)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db.session.delete(post)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db.session.commit()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redirect(url_for('blog.index'))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App — Base Template with Bootstrap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3886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61872"/>
            <a:ext cx="8138160" cy="3739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templates/base.html #}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 content="width=device-width, initial-scale=1.0"&gt;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&lt;title&gt;{% block title %}Flask Blog{% endblock %}&lt;/title&gt;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href="https://cdn.jsdelivr.net/npm/bootstrap@5/dist/css/bootstrap.min.css" rel="stylesheet"&gt;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 class="navbar navbar-expand-lg navbar-dark bg-dark"&gt;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class="container"&gt;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class="navbar-brand" href="{{ url_for('blog.index') }}"&gt;Flask Blog&lt;/a&gt;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class="navbar-nav ms-auto"&gt;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{% if current_user.is_authenticated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&lt;a class="nav-link" href="{{ url_for('blog.new_post') }}"&gt;New Post&lt;/a&gt;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&lt;a class="nav-link" href="{{ url_for('auth.logout') }}"&gt;Logout&lt;/a&gt;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{% else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&lt;a class="nav-link" href="{{ url_for('auth.login') }}"&gt;Login&lt;/a&gt;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{% endif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class="container mt-4"&gt;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with messages = get_flashed_messages(with_categories=true)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{% for category, msg in messages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&lt;div class="alert alert-{{ category }}"&gt;{{ msg }}&lt;/div&gt;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{% endfor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endwith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{% block content %}{% endblock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CAPSTONE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App — Configuration &amp; Running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config.py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4114800" cy="15087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99616"/>
            <a:ext cx="384048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Config: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SECRET_KEY = os.environ.get('SECRET_KEY')                  or 'dev-secret-key'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SQLALCHEMY_DATABASE_URI =         os.environ.get('DATABASE_URL')         or 'sqlite:///blog.db'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SQLALCHEMY_TRACK_MODIFICATIONS = False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30358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app/__init__.py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4114800" cy="18288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364992"/>
            <a:ext cx="384048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flask_sqlalchemy import SQLAlchemy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flask_login import LoginManager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config import Config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SQLAlchemy()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login_manager = LoginManager()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login_manager.login_view = 'auth.login'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create_app():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 = Flask(__name__)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app.config.from_object(Config)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db.init_app(app)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login_manager.init_app(app)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.auth.routes import auth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.blog.routes import blog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app.register_blueprint(auth, url_prefix='/auth')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app.register_blueprint(blog)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app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11704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Run &amp; Initialize 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426464"/>
            <a:ext cx="4114800" cy="15087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499616"/>
            <a:ext cx="384048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 import create_app, db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create_app()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'__main__':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app.app_context():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db.create_all()   # Create tables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app.run(debug=True)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30358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Environment Variables (.env)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291840"/>
            <a:ext cx="4114800" cy="8229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3649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(use python-dotenv)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FLASK_APP=run.py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FLASK_ENV=development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SECRET_KEY=super-secret-key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4251960"/>
            <a:ext cx="4114800" cy="8686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4325112"/>
            <a:ext cx="384048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python-dotenv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Running on http://127.0.0.1:5000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Quick Reference — Cheatsheet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Core Imports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114800" cy="1371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36192"/>
            <a:ext cx="38404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(Flask, render_template,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redirect, url_for, request,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flash, abort, make_response,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session, jsonify)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Config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4114800" cy="1371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182112"/>
            <a:ext cx="38404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app.config['SECRET_KEY'] = '...'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app.config['DEBUG'] =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app.config.from_object(Config)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1188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Routing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4114800" cy="1371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536192"/>
            <a:ext cx="38404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@app.route('/path', methods=['GET','POST'])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@app.route('/u/&lt;int:id&gt;')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view(): return render_template(...)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DB (SQLAlchemy)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4114800" cy="1371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182112"/>
            <a:ext cx="38404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db.session.add(obj)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db.session.commit()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Model.query.filter_by(x=y).first()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Model.query.get_or_404(id)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84124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17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Extensions: Flask-SQLAlchemy · Flask-WTF · Flask-Login · Flask-Migrate · Flask-Mail · Flask-CORS · Flask-RESTful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62740"/>
          </a:solidFill>
          <a:ln w="12700">
            <a:solidFill>
              <a:srgbClr val="1627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What's Next?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292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8196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full user session management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Flask-Migrate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8254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 with Alembic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6118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Flask-Mail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8313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transactional emails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600200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16002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18196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JSON APIs with Flask-RESTful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606040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66360" y="260604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28254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Heroku, Render, or AWS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611880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36118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38313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Flask apps with pytest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663440"/>
            <a:ext cx="7772400" cy="347472"/>
          </a:xfrm>
          <a:prstGeom prst="rect">
            <a:avLst/>
          </a:prstGeom>
          <a:solidFill>
            <a:srgbClr val="162740"/>
          </a:solidFill>
          <a:ln w="12700">
            <a:solidFill>
              <a:srgbClr val="1627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6634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flask.palletsprojects.com  ·  flask-sqlalchemy.palletsprojects.com  ·  wtforms.readthedocs.io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Flask Web Development – Complete Course</dc:title>
  <dc:subject>PptxGenJS Presentation</dc:subject>
  <dc:creator>Flask Course</dc:creator>
  <cp:lastModifiedBy>Flask Course</cp:lastModifiedBy>
  <cp:revision>1</cp:revision>
  <dcterms:created xsi:type="dcterms:W3CDTF">2026-04-13T08:18:35Z</dcterms:created>
  <dcterms:modified xsi:type="dcterms:W3CDTF">2026-04-13T08:18:35Z</dcterms:modified>
</cp:coreProperties>
</file>